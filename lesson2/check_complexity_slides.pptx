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7" r:id="rId4"/>
    <p:sldId id="271" r:id="rId5"/>
    <p:sldId id="278" r:id="rId6"/>
    <p:sldId id="272" r:id="rId7"/>
    <p:sldId id="279" r:id="rId8"/>
    <p:sldId id="274" r:id="rId9"/>
    <p:sldId id="280" r:id="rId10"/>
    <p:sldId id="276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75" r:id="rId1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288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097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01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922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699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168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16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52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925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18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6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7282-A49A-4AD0-93BC-10CA7B10E31B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52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1790" y="1649691"/>
            <a:ext cx="10124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6000" b="1" smtClean="0">
                <a:solidFill>
                  <a:srgbClr val="002060"/>
                </a:solidFill>
                <a:cs typeface="Arial" panose="020B0604020202020204" pitchFamily="34" charset="0"/>
              </a:rPr>
              <a:t>Складність алгоритмів</a:t>
            </a:r>
          </a:p>
          <a:p>
            <a:pPr algn="ctr"/>
            <a:r>
              <a:rPr lang="uk-UA" sz="6000" b="1" smtClean="0">
                <a:solidFill>
                  <a:srgbClr val="002060"/>
                </a:solidFill>
                <a:cs typeface="Arial" panose="020B0604020202020204" pitchFamily="34" charset="0"/>
              </a:rPr>
              <a:t>(повторення матеріалу)</a:t>
            </a:r>
            <a:endParaRPr lang="uk-UA" sz="60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1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(1)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847" y="1995687"/>
            <a:ext cx="4709847" cy="187727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443480" y="4944440"/>
                <a:ext cx="1613199" cy="656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480" y="4944440"/>
                <a:ext cx="1613199" cy="65652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15153" y="6007577"/>
                <a:ext cx="262244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53" y="6007577"/>
                <a:ext cx="2622449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66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(1)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847" y="1995687"/>
            <a:ext cx="4709847" cy="187727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43480" y="4944440"/>
                <a:ext cx="1613199" cy="656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480" y="4944440"/>
                <a:ext cx="1613199" cy="65652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015153" y="6007577"/>
                <a:ext cx="262244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53" y="6007577"/>
                <a:ext cx="2622449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4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(2)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18057" y="4944440"/>
                <a:ext cx="1664045" cy="6599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057" y="4944440"/>
                <a:ext cx="1664045" cy="65992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635612" y="6007577"/>
                <a:ext cx="1381532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612" y="6007577"/>
                <a:ext cx="1381532" cy="5959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2050" y="2187019"/>
            <a:ext cx="5550331" cy="168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(2)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18057" y="4944440"/>
                <a:ext cx="1664045" cy="6599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057" y="4944440"/>
                <a:ext cx="1664045" cy="65992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635612" y="6007577"/>
                <a:ext cx="1381532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612" y="6007577"/>
                <a:ext cx="1381532" cy="5959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050" y="2187019"/>
            <a:ext cx="5550331" cy="168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4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(3)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103772" y="4944440"/>
                <a:ext cx="2292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772" y="4944440"/>
                <a:ext cx="2292614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638818" y="6007577"/>
                <a:ext cx="13751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818" y="6007577"/>
                <a:ext cx="1375120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267" y="2243579"/>
            <a:ext cx="4952620" cy="183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89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(3)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103772" y="4944440"/>
                <a:ext cx="2292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772" y="4944440"/>
                <a:ext cx="2292614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638818" y="6007577"/>
                <a:ext cx="13751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818" y="6007577"/>
                <a:ext cx="1375120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267" y="2243579"/>
            <a:ext cx="4952620" cy="183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8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84844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(4)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917055" y="4944440"/>
                <a:ext cx="2666050" cy="658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fName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55" y="4944440"/>
                <a:ext cx="2666050" cy="6588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638818" y="6007577"/>
                <a:ext cx="13751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818" y="6007577"/>
                <a:ext cx="137512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267" y="956772"/>
            <a:ext cx="4637400" cy="37087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384489" y="5005996"/>
                <a:ext cx="1381532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489" y="5005996"/>
                <a:ext cx="1381532" cy="5959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71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84844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(4)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917055" y="4944440"/>
                <a:ext cx="2666050" cy="658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fName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55" y="4944440"/>
                <a:ext cx="2666050" cy="6588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5946021"/>
                <a:ext cx="1309974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638818" y="6007577"/>
                <a:ext cx="13751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818" y="6007577"/>
                <a:ext cx="137512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267" y="956772"/>
            <a:ext cx="4637400" cy="37087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384489" y="5005996"/>
                <a:ext cx="1381532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489" y="5005996"/>
                <a:ext cx="1381532" cy="5959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15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(5)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103772" y="4944440"/>
                <a:ext cx="2292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772" y="4944440"/>
                <a:ext cx="2292614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17914" y="5946021"/>
                <a:ext cx="21146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914" y="5946021"/>
                <a:ext cx="2114681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071613" y="6007577"/>
                <a:ext cx="25095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uk-UA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uk-UA" sz="32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k-UA" sz="3200" b="1" i="1" smtClean="0">
                              <a:latin typeface="Cambria Math" panose="02040503050406030204" pitchFamily="18" charset="0"/>
                            </a:rPr>
                            <m:t>𝟎𝟎𝟎𝟏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613" y="6007577"/>
                <a:ext cx="2509533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6977" y="1979630"/>
            <a:ext cx="3209096" cy="214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33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(5) 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коду?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71481" y="4903509"/>
            <a:ext cx="2553209" cy="8075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267" y="4954635"/>
                <a:ext cx="1287532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973476" y="4903509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103772" y="4944440"/>
                <a:ext cx="2292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772" y="4944440"/>
                <a:ext cx="2292614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2771481" y="5894895"/>
            <a:ext cx="2553209" cy="8075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17914" y="5946021"/>
                <a:ext cx="21146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914" y="5946021"/>
                <a:ext cx="2114681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5973476" y="5894895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071613" y="6007577"/>
                <a:ext cx="25095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uk-UA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uk-UA" sz="32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k-UA" sz="3200" b="1" i="1" smtClean="0">
                              <a:latin typeface="Cambria Math" panose="02040503050406030204" pitchFamily="18" charset="0"/>
                            </a:rPr>
                            <m:t>𝟎𝟎𝟎𝟏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613" y="6007577"/>
                <a:ext cx="2509533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6977" y="1979630"/>
            <a:ext cx="3209096" cy="214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90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6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Чи однакові складності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27498" y="4725971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10" name="TextBox 9"/>
          <p:cNvSpPr txBox="1"/>
          <p:nvPr/>
        </p:nvSpPr>
        <p:spPr>
          <a:xfrm>
            <a:off x="4036159" y="4777097"/>
            <a:ext cx="590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600" b="1" smtClean="0"/>
              <a:t>Ні</a:t>
            </a:r>
            <a:endParaRPr lang="uk-UA" sz="3600" b="1"/>
          </a:p>
        </p:txBody>
      </p:sp>
      <p:sp>
        <p:nvSpPr>
          <p:cNvPr id="11" name="Прямоугольник 10"/>
          <p:cNvSpPr/>
          <p:nvPr/>
        </p:nvSpPr>
        <p:spPr>
          <a:xfrm>
            <a:off x="6229493" y="4725971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12" name="TextBox 11"/>
          <p:cNvSpPr txBox="1"/>
          <p:nvPr/>
        </p:nvSpPr>
        <p:spPr>
          <a:xfrm>
            <a:off x="7198413" y="4838653"/>
            <a:ext cx="7679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200" b="1" smtClean="0"/>
              <a:t>Так</a:t>
            </a:r>
            <a:endParaRPr lang="uk-UA" sz="32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720087" y="1721927"/>
                <a:ext cx="2506776" cy="7847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087" y="1721927"/>
                <a:ext cx="2506776" cy="78476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563260" y="2821499"/>
                <a:ext cx="5219442" cy="794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260" y="2821499"/>
                <a:ext cx="5219442" cy="79483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081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6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Чи однакові складності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27498" y="4725971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10" name="TextBox 9"/>
          <p:cNvSpPr txBox="1"/>
          <p:nvPr/>
        </p:nvSpPr>
        <p:spPr>
          <a:xfrm>
            <a:off x="4036159" y="4777097"/>
            <a:ext cx="590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600" b="1" smtClean="0"/>
              <a:t>Ні</a:t>
            </a:r>
            <a:endParaRPr lang="uk-UA" sz="3600" b="1"/>
          </a:p>
        </p:txBody>
      </p:sp>
      <p:sp>
        <p:nvSpPr>
          <p:cNvPr id="11" name="Прямоугольник 10"/>
          <p:cNvSpPr/>
          <p:nvPr/>
        </p:nvSpPr>
        <p:spPr>
          <a:xfrm>
            <a:off x="6229493" y="4725971"/>
            <a:ext cx="2553209" cy="8075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12" name="TextBox 11"/>
          <p:cNvSpPr txBox="1"/>
          <p:nvPr/>
        </p:nvSpPr>
        <p:spPr>
          <a:xfrm>
            <a:off x="7198413" y="4838653"/>
            <a:ext cx="7679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200" b="1" smtClean="0"/>
              <a:t>Так</a:t>
            </a:r>
            <a:endParaRPr lang="uk-UA" sz="32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720087" y="1721927"/>
                <a:ext cx="2506776" cy="7847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087" y="1721927"/>
                <a:ext cx="2506776" cy="78476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563260" y="2821499"/>
                <a:ext cx="5219442" cy="794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260" y="2821499"/>
                <a:ext cx="5219442" cy="79483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22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(7)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Чи однакові складності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26005" y="4697691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10" name="TextBox 9"/>
          <p:cNvSpPr txBox="1"/>
          <p:nvPr/>
        </p:nvSpPr>
        <p:spPr>
          <a:xfrm>
            <a:off x="4034666" y="4748817"/>
            <a:ext cx="590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600" b="1" smtClean="0"/>
              <a:t>Ні</a:t>
            </a:r>
            <a:endParaRPr lang="uk-UA" sz="3600" b="1"/>
          </a:p>
        </p:txBody>
      </p:sp>
      <p:sp>
        <p:nvSpPr>
          <p:cNvPr id="11" name="Прямоугольник 10"/>
          <p:cNvSpPr/>
          <p:nvPr/>
        </p:nvSpPr>
        <p:spPr>
          <a:xfrm>
            <a:off x="6228000" y="4697691"/>
            <a:ext cx="2553209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12" name="TextBox 11"/>
          <p:cNvSpPr txBox="1"/>
          <p:nvPr/>
        </p:nvSpPr>
        <p:spPr>
          <a:xfrm>
            <a:off x="7196920" y="4810373"/>
            <a:ext cx="7679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200" b="1" smtClean="0"/>
              <a:t>Так</a:t>
            </a:r>
            <a:endParaRPr lang="uk-UA" sz="32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978700" y="1721927"/>
                <a:ext cx="182229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700" y="1721927"/>
                <a:ext cx="1822294" cy="76944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973693" y="2821499"/>
                <a:ext cx="1822294" cy="1017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box>
                            <m:boxPr>
                              <m:ctrlP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f>
                                <m:fPr>
                                  <m:ctrlP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box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693" y="2821499"/>
                <a:ext cx="1822294" cy="10172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289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(7)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Чи однакові складності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26005" y="4697691"/>
            <a:ext cx="2553209" cy="8075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10" name="TextBox 9"/>
          <p:cNvSpPr txBox="1"/>
          <p:nvPr/>
        </p:nvSpPr>
        <p:spPr>
          <a:xfrm>
            <a:off x="4034666" y="4748817"/>
            <a:ext cx="590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600" b="1" smtClean="0"/>
              <a:t>Ні</a:t>
            </a:r>
            <a:endParaRPr lang="uk-UA" sz="3600" b="1"/>
          </a:p>
        </p:txBody>
      </p:sp>
      <p:sp>
        <p:nvSpPr>
          <p:cNvPr id="11" name="Прямоугольник 10"/>
          <p:cNvSpPr/>
          <p:nvPr/>
        </p:nvSpPr>
        <p:spPr>
          <a:xfrm>
            <a:off x="6228000" y="4697691"/>
            <a:ext cx="2553209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p:sp>
        <p:nvSpPr>
          <p:cNvPr id="12" name="TextBox 11"/>
          <p:cNvSpPr txBox="1"/>
          <p:nvPr/>
        </p:nvSpPr>
        <p:spPr>
          <a:xfrm>
            <a:off x="7196920" y="4810373"/>
            <a:ext cx="7679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200" b="1" smtClean="0"/>
              <a:t>Так</a:t>
            </a:r>
            <a:endParaRPr lang="uk-UA" sz="32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978700" y="1721927"/>
                <a:ext cx="182229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700" y="1721927"/>
                <a:ext cx="1822294" cy="76944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973693" y="2821499"/>
                <a:ext cx="1822294" cy="1017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box>
                            <m:boxPr>
                              <m:ctrlP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f>
                                <m:fPr>
                                  <m:ctrlP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box>
                        </m:sup>
                      </m:sSup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693" y="2821499"/>
                <a:ext cx="1822294" cy="10172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592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(8)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більша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714161" y="2160310"/>
            <a:ext cx="5066983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817857" y="2211436"/>
                <a:ext cx="4892756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𝟎𝟏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57" y="2211436"/>
                <a:ext cx="4892756" cy="6588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Прямоугольник 18"/>
          <p:cNvSpPr/>
          <p:nvPr/>
        </p:nvSpPr>
        <p:spPr>
          <a:xfrm>
            <a:off x="2422689" y="3377939"/>
            <a:ext cx="7550870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817857" y="3429065"/>
                <a:ext cx="4892756" cy="717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𝟎𝟏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d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 і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</m:sup>
                          </m:sSup>
                        </m:e>
                      </m:d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 одного порядку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57" y="3429065"/>
                <a:ext cx="4892756" cy="717697"/>
              </a:xfrm>
              <a:prstGeom prst="rect">
                <a:avLst/>
              </a:prstGeom>
              <a:blipFill rotWithShape="0">
                <a:blip r:embed="rId3"/>
                <a:stretch>
                  <a:fillRect l="-25280" r="-2378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Прямоугольник 20"/>
          <p:cNvSpPr/>
          <p:nvPr/>
        </p:nvSpPr>
        <p:spPr>
          <a:xfrm>
            <a:off x="3714161" y="4544442"/>
            <a:ext cx="5066983" cy="807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817857" y="4595568"/>
                <a:ext cx="4892756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𝟎𝟏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57" y="4595568"/>
                <a:ext cx="4892756" cy="6588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910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25" y="395928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(8)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Яка складність більша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714161" y="2160310"/>
            <a:ext cx="5066983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817857" y="2211436"/>
                <a:ext cx="4892756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𝟎𝟏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57" y="2211436"/>
                <a:ext cx="4892756" cy="6588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Прямоугольник 18"/>
          <p:cNvSpPr/>
          <p:nvPr/>
        </p:nvSpPr>
        <p:spPr>
          <a:xfrm>
            <a:off x="2422689" y="3377939"/>
            <a:ext cx="7550870" cy="807564"/>
          </a:xfrm>
          <a:prstGeom prst="rect">
            <a:avLst/>
          </a:prstGeom>
          <a:solidFill>
            <a:srgbClr val="F5B7B7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817857" y="3429065"/>
                <a:ext cx="4892756" cy="717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𝟎𝟏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d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 і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</m:sup>
                          </m:sSup>
                        </m:e>
                      </m:d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 одного порядку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57" y="3429065"/>
                <a:ext cx="4892756" cy="717697"/>
              </a:xfrm>
              <a:prstGeom prst="rect">
                <a:avLst/>
              </a:prstGeom>
              <a:blipFill rotWithShape="0">
                <a:blip r:embed="rId3"/>
                <a:stretch>
                  <a:fillRect l="-25280" r="-2378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Прямоугольник 20"/>
          <p:cNvSpPr/>
          <p:nvPr/>
        </p:nvSpPr>
        <p:spPr>
          <a:xfrm>
            <a:off x="3714161" y="4544442"/>
            <a:ext cx="5066983" cy="8075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817857" y="4595568"/>
                <a:ext cx="4892756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𝟎𝟏</m:t>
                              </m:r>
                            </m:e>
                            <m:sup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57" y="4595568"/>
                <a:ext cx="4892756" cy="6588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339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4919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322</Words>
  <Application>Microsoft Office PowerPoint</Application>
  <PresentationFormat>Широкоэкранный</PresentationFormat>
  <Paragraphs>80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26</cp:revision>
  <dcterms:created xsi:type="dcterms:W3CDTF">2026-01-27T07:18:31Z</dcterms:created>
  <dcterms:modified xsi:type="dcterms:W3CDTF">2026-02-03T00:42:40Z</dcterms:modified>
</cp:coreProperties>
</file>